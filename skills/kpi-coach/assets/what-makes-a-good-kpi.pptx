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Good KPI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KPI is a number you steer by — not a goal you hit.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8132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real customer value
</a:t>
            </a:r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the customer gets what they came for — not logins or clicks.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148132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retention
</a:t>
            </a:r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it happens, the longer they stay — proven in your data, not assumed.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3113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Leads, doesn’t lag
</a:t>
            </a:r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moves before revenue does, so you still have time to act on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223113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within existing customers
</a:t>
            </a:r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go up without spending more on sales or marketing.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8094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count, not a percentage
</a:t>
            </a:r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can add it up and read week-over-week changes cleanly.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98094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You’d never want to game it
</a:t>
            </a:r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went up 10x, customers would be better off — not worse.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3F4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one-sentence test:   </a:t>
            </a:r>
            <a:pPr algn="l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more our customers </a:t>
            </a:r>
            <a:pPr algn="l"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[do X]</a:t>
            </a:r>
            <a:pPr algn="l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week, the more likely they are to stay — and we can grow </a:t>
            </a:r>
            <a:pPr algn="l" indent="0" marL="0">
              <a:buNone/>
            </a:pPr>
            <a:r>
              <a:rPr lang="en-US" sz="13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the product, without spending on sales or marketing.”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2026-09-08T12:07:35Z</dcterms:created>
  <dcterms:modified xsi:type="dcterms:W3CDTF">2026-09-08T12:07:35Z</dcterms:modified>
</cp:coreProperties>
</file>